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3"/>
  </p:handoutMasterIdLst>
  <p:sldIdLst>
    <p:sldId id="256" r:id="rId5"/>
    <p:sldId id="259" r:id="rId6"/>
    <p:sldId id="257" r:id="rId7"/>
    <p:sldId id="258" r:id="rId8"/>
    <p:sldId id="261" r:id="rId9"/>
    <p:sldId id="263" r:id="rId10"/>
    <p:sldId id="260" r:id="rId11"/>
    <p:sldId id="262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7EE3F-77E2-637B-54D4-D7B4822BBEED}" v="4" dt="2026-05-07T13:24:16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řední styl 1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03447BB-5D67-496B-8E87-E561075AD55C}" styleName="Tmavý styl 1 – zvýraznění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86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03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ovotny" userId="S::snovotny_apepower.cz#ext#@revoltum.onmicrosoft.com::9ce3cc14-89d8-42ae-b9cf-757739120eb2" providerId="AD" clId="Web-{6377EE3F-77E2-637B-54D4-D7B4822BBEED}"/>
    <pc:docChg chg="addSld delSld modSld">
      <pc:chgData name="snovotny" userId="S::snovotny_apepower.cz#ext#@revoltum.onmicrosoft.com::9ce3cc14-89d8-42ae-b9cf-757739120eb2" providerId="AD" clId="Web-{6377EE3F-77E2-637B-54D4-D7B4822BBEED}" dt="2026-05-07T13:24:16.234" v="3"/>
      <pc:docMkLst>
        <pc:docMk/>
      </pc:docMkLst>
      <pc:sldChg chg="add del">
        <pc:chgData name="snovotny" userId="S::snovotny_apepower.cz#ext#@revoltum.onmicrosoft.com::9ce3cc14-89d8-42ae-b9cf-757739120eb2" providerId="AD" clId="Web-{6377EE3F-77E2-637B-54D4-D7B4822BBEED}" dt="2026-05-07T13:24:15.203" v="2"/>
        <pc:sldMkLst>
          <pc:docMk/>
          <pc:sldMk cId="3785733659" sldId="256"/>
        </pc:sldMkLst>
      </pc:sldChg>
      <pc:sldChg chg="addSp delSp">
        <pc:chgData name="snovotny" userId="S::snovotny_apepower.cz#ext#@revoltum.onmicrosoft.com::9ce3cc14-89d8-42ae-b9cf-757739120eb2" providerId="AD" clId="Web-{6377EE3F-77E2-637B-54D4-D7B4822BBEED}" dt="2026-05-07T13:24:16.234" v="3"/>
        <pc:sldMkLst>
          <pc:docMk/>
          <pc:sldMk cId="1378772816" sldId="259"/>
        </pc:sldMkLst>
        <pc:spChg chg="add del">
          <ac:chgData name="snovotny" userId="S::snovotny_apepower.cz#ext#@revoltum.onmicrosoft.com::9ce3cc14-89d8-42ae-b9cf-757739120eb2" providerId="AD" clId="Web-{6377EE3F-77E2-637B-54D4-D7B4822BBEED}" dt="2026-05-07T13:24:16.234" v="3"/>
          <ac:spMkLst>
            <pc:docMk/>
            <pc:sldMk cId="1378772816" sldId="259"/>
            <ac:spMk id="2" creationId="{18CD2DEE-759D-558A-5949-24B510A5CF09}"/>
          </ac:spMkLst>
        </pc:spChg>
      </pc:sldChg>
    </pc:docChg>
  </pc:docChgLst>
  <pc:docChgLst>
    <pc:chgData name="Lenka Klimešová" userId="1177e2b8-1343-424f-a33b-be7ef708282c" providerId="ADAL" clId="{5EB399BB-D7FD-4286-B209-9BBEA7F5DC05}"/>
    <pc:docChg chg="undo custSel modSld modMainMaster">
      <pc:chgData name="Lenka Klimešová" userId="1177e2b8-1343-424f-a33b-be7ef708282c" providerId="ADAL" clId="{5EB399BB-D7FD-4286-B209-9BBEA7F5DC05}" dt="2026-04-20T05:48:47.038" v="8" actId="207"/>
      <pc:docMkLst>
        <pc:docMk/>
      </pc:docMkLst>
      <pc:sldChg chg="modSp">
        <pc:chgData name="Lenka Klimešová" userId="1177e2b8-1343-424f-a33b-be7ef708282c" providerId="ADAL" clId="{5EB399BB-D7FD-4286-B209-9BBEA7F5DC05}" dt="2026-04-20T05:48:47.038" v="8" actId="207"/>
        <pc:sldMkLst>
          <pc:docMk/>
          <pc:sldMk cId="504699250" sldId="257"/>
        </pc:sldMkLst>
        <pc:graphicFrameChg chg="mod">
          <ac:chgData name="Lenka Klimešová" userId="1177e2b8-1343-424f-a33b-be7ef708282c" providerId="ADAL" clId="{5EB399BB-D7FD-4286-B209-9BBEA7F5DC05}" dt="2026-04-20T05:48:47.038" v="8" actId="207"/>
          <ac:graphicFrameMkLst>
            <pc:docMk/>
            <pc:sldMk cId="504699250" sldId="257"/>
            <ac:graphicFrameMk id="8" creationId="{851AD09C-13AE-8D19-D002-199F6586C568}"/>
          </ac:graphicFrameMkLst>
        </pc:graphicFrameChg>
      </pc:sldChg>
      <pc:sldChg chg="addSp delSp modSp mod">
        <pc:chgData name="Lenka Klimešová" userId="1177e2b8-1343-424f-a33b-be7ef708282c" providerId="ADAL" clId="{5EB399BB-D7FD-4286-B209-9BBEA7F5DC05}" dt="2026-04-20T05:48:04.743" v="5" actId="3680"/>
        <pc:sldMkLst>
          <pc:docMk/>
          <pc:sldMk cId="3717104683" sldId="261"/>
        </pc:sldMkLst>
      </pc:sldChg>
      <pc:sldMasterChg chg="modSldLayout">
        <pc:chgData name="Lenka Klimešová" userId="1177e2b8-1343-424f-a33b-be7ef708282c" providerId="ADAL" clId="{5EB399BB-D7FD-4286-B209-9BBEA7F5DC05}" dt="2026-04-20T05:48:24.879" v="6" actId="1076"/>
        <pc:sldMasterMkLst>
          <pc:docMk/>
          <pc:sldMasterMk cId="659084961" sldId="2147483648"/>
        </pc:sldMasterMkLst>
        <pc:sldLayoutChg chg="modSp mod">
          <pc:chgData name="Lenka Klimešová" userId="1177e2b8-1343-424f-a33b-be7ef708282c" providerId="ADAL" clId="{5EB399BB-D7FD-4286-B209-9BBEA7F5DC05}" dt="2026-04-20T05:48:24.879" v="6" actId="1076"/>
          <pc:sldLayoutMkLst>
            <pc:docMk/>
            <pc:sldMasterMk cId="659084961" sldId="2147483648"/>
            <pc:sldLayoutMk cId="3144961166" sldId="2147483663"/>
          </pc:sldLayoutMkLst>
          <pc:spChg chg="mod">
            <ac:chgData name="Lenka Klimešová" userId="1177e2b8-1343-424f-a33b-be7ef708282c" providerId="ADAL" clId="{5EB399BB-D7FD-4286-B209-9BBEA7F5DC05}" dt="2026-04-20T05:48:24.879" v="6" actId="1076"/>
            <ac:spMkLst>
              <pc:docMk/>
              <pc:sldMasterMk cId="659084961" sldId="2147483648"/>
              <pc:sldLayoutMk cId="3144961166" sldId="2147483663"/>
              <ac:spMk id="7" creationId="{7CAAD549-A405-1EDA-7195-68740B26865A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Prodej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71-4AD2-A024-59EABD1BC7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71-4AD2-A024-59EABD1BC79A}"/>
              </c:ext>
            </c:extLst>
          </c:dPt>
          <c:dPt>
            <c:idx val="2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71-4AD2-A024-59EABD1BC7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71-4AD2-A024-59EABD1BC79A}"/>
              </c:ext>
            </c:extLst>
          </c:dPt>
          <c:cat>
            <c:strRef>
              <c:f>List1!$A$2:$A$5</c:f>
              <c:strCache>
                <c:ptCount val="4"/>
                <c:pt idx="0">
                  <c:v>1. čtvrt.</c:v>
                </c:pt>
                <c:pt idx="1">
                  <c:v>2. čtvrt.</c:v>
                </c:pt>
                <c:pt idx="2">
                  <c:v>3. čtvrt.</c:v>
                </c:pt>
                <c:pt idx="3">
                  <c:v>4. čtvrt.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A-4C11-806F-BF57F4135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550F991-E132-979E-69E4-85D1C9C80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5690D7B-03FD-0F7D-0DB8-DBE8B4B00D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4F8ED-3D35-4A12-8F04-31C4273F3320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4A44560-017D-3FC7-47C2-8A54979595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F42E1EF-27C9-F2D7-5D7D-BD84DB433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C90D2-3D3F-4117-A5EF-297B02778F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3168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délník 12">
            <a:extLst>
              <a:ext uri="{FF2B5EF4-FFF2-40B4-BE49-F238E27FC236}">
                <a16:creationId xmlns:a16="http://schemas.microsoft.com/office/drawing/2014/main" id="{4E913C01-3C21-C8F2-99F5-F4E9DFAA146C}"/>
              </a:ext>
            </a:extLst>
          </p:cNvPr>
          <p:cNvSpPr/>
          <p:nvPr userDrawn="1"/>
        </p:nvSpPr>
        <p:spPr>
          <a:xfrm>
            <a:off x="0" y="-1"/>
            <a:ext cx="12192000" cy="712064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666EB1A-6B2A-A190-2F34-05CAEF4237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1621" y="3987915"/>
            <a:ext cx="11629296" cy="2907324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614B556E-417E-D706-A70A-14CCB6159D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349578" y="-199293"/>
            <a:ext cx="11629296" cy="2907324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F2B94F77-572C-882E-DA7C-C86FA715C4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271"/>
            <a:ext cx="5313294" cy="5313294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ADAE5C6-00A6-D430-F61C-3035DAB0A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1483" y="1892105"/>
            <a:ext cx="5631766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9CA1468-6458-528B-D805-6FD84BB20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1483" y="4462589"/>
            <a:ext cx="56317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87075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E780C927-52BD-2638-4035-3D0EBBC83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2755" y="269588"/>
            <a:ext cx="2284034" cy="829235"/>
          </a:xfrm>
          <a:prstGeom prst="rect">
            <a:avLst/>
          </a:prstGeom>
        </p:spPr>
      </p:pic>
      <p:sp>
        <p:nvSpPr>
          <p:cNvPr id="13" name="Obdélník 12">
            <a:extLst>
              <a:ext uri="{FF2B5EF4-FFF2-40B4-BE49-F238E27FC236}">
                <a16:creationId xmlns:a16="http://schemas.microsoft.com/office/drawing/2014/main" id="{F549AAB1-36B0-B509-5CCB-D1687798422F}"/>
              </a:ext>
            </a:extLst>
          </p:cNvPr>
          <p:cNvSpPr/>
          <p:nvPr userDrawn="1"/>
        </p:nvSpPr>
        <p:spPr>
          <a:xfrm>
            <a:off x="0" y="-1"/>
            <a:ext cx="6303523" cy="712064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6050135-FF67-934D-8B97-4A7E7464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74" y="1825625"/>
            <a:ext cx="3790071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7933EA9-B44D-9138-4A52-C9FF85919E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96"/>
          <a:stretch>
            <a:fillRect/>
          </a:stretch>
        </p:blipFill>
        <p:spPr>
          <a:xfrm>
            <a:off x="-1087903" y="4019379"/>
            <a:ext cx="6303523" cy="2907324"/>
          </a:xfrm>
          <a:prstGeom prst="rect">
            <a:avLst/>
          </a:prstGeom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CB263872-CB6C-5A85-7984-E578C597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8761" y="1825625"/>
            <a:ext cx="5028028" cy="4351338"/>
          </a:xfrm>
        </p:spPr>
        <p:txBody>
          <a:bodyPr/>
          <a:lstStyle>
            <a:lvl1pPr>
              <a:buFontTx/>
              <a:buBlip>
                <a:blip r:embed="rId4"/>
              </a:buBlip>
              <a:defRPr/>
            </a:lvl1pPr>
            <a:lvl2pPr>
              <a:buFontTx/>
              <a:buBlip>
                <a:blip r:embed="rId4"/>
              </a:buBlip>
              <a:defRPr/>
            </a:lvl2pPr>
            <a:lvl3pPr>
              <a:buFontTx/>
              <a:buBlip>
                <a:blip r:embed="rId4"/>
              </a:buBlip>
              <a:defRPr/>
            </a:lvl3pPr>
            <a:lvl4pPr>
              <a:buFontTx/>
              <a:buBlip>
                <a:blip r:embed="rId4"/>
              </a:buBlip>
              <a:defRPr/>
            </a:lvl4pPr>
            <a:lvl5pPr>
              <a:buFontTx/>
              <a:buBlip>
                <a:blip r:embed="rId4"/>
              </a:buBlip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6932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050135-FF67-934D-8B97-4A7E7464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1714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E2C9E1-F03A-8711-EAC3-8B70043C0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8028" cy="4351338"/>
          </a:xfrm>
        </p:spPr>
        <p:txBody>
          <a:bodyPr/>
          <a:lstStyle>
            <a:lvl1pPr>
              <a:buFontTx/>
              <a:buBlip>
                <a:blip r:embed="rId2"/>
              </a:buBlip>
              <a:defRPr/>
            </a:lvl1pPr>
            <a:lvl2pPr>
              <a:buFontTx/>
              <a:buBlip>
                <a:blip r:embed="rId2"/>
              </a:buBlip>
              <a:defRPr/>
            </a:lvl2pPr>
            <a:lvl3pPr>
              <a:buFontTx/>
              <a:buBlip>
                <a:blip r:embed="rId2"/>
              </a:buBlip>
              <a:defRPr/>
            </a:lvl3pPr>
            <a:lvl4pPr>
              <a:buFontTx/>
              <a:buBlip>
                <a:blip r:embed="rId2"/>
              </a:buBlip>
              <a:defRPr/>
            </a:lvl4pPr>
            <a:lvl5pP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18E6D8ED-EDFD-C192-B268-05770C1EE21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25774" y="1825625"/>
            <a:ext cx="5294140" cy="4351338"/>
          </a:xfrm>
        </p:spPr>
        <p:txBody>
          <a:bodyPr/>
          <a:lstStyle>
            <a:lvl1pPr>
              <a:buFontTx/>
              <a:buBlip>
                <a:blip r:embed="rId2"/>
              </a:buBlip>
              <a:defRPr/>
            </a:lvl1pPr>
            <a:lvl2pPr>
              <a:buFontTx/>
              <a:buBlip>
                <a:blip r:embed="rId2"/>
              </a:buBlip>
              <a:defRPr/>
            </a:lvl2pPr>
            <a:lvl3pPr>
              <a:buFontTx/>
              <a:buBlip>
                <a:blip r:embed="rId2"/>
              </a:buBlip>
              <a:defRPr/>
            </a:lvl3pPr>
            <a:lvl4pPr>
              <a:buFontTx/>
              <a:buBlip>
                <a:blip r:embed="rId2"/>
              </a:buBlip>
              <a:defRPr/>
            </a:lvl4pPr>
            <a:lvl5pP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3C2AB41-D463-147C-F593-B9B7D69F3C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2755" y="269588"/>
            <a:ext cx="2284034" cy="82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3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41B7A9-85FA-75DB-6FCD-1B44CA71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F1045D7-4887-0EA4-7690-66CE7DC5E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  <a:latin typeface="Aptos Light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EC3F937-1090-9DE3-08D0-FF61DF3864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2755" y="269588"/>
            <a:ext cx="2284034" cy="82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A7F3ACFA-CB61-9F58-71AD-54C59DABA70E}"/>
              </a:ext>
            </a:extLst>
          </p:cNvPr>
          <p:cNvSpPr/>
          <p:nvPr userDrawn="1"/>
        </p:nvSpPr>
        <p:spPr>
          <a:xfrm>
            <a:off x="0" y="-1"/>
            <a:ext cx="12192000" cy="712064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41B7A9-85FA-75DB-6FCD-1B44CA71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F1045D7-4887-0EA4-7690-66CE7DC5E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  <a:latin typeface="Aptos Light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F3054B9-B50E-3D68-23A0-20B5E326F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7" t="33434" b="37340"/>
          <a:stretch>
            <a:fillRect/>
          </a:stretch>
        </p:blipFill>
        <p:spPr>
          <a:xfrm>
            <a:off x="9511553" y="286871"/>
            <a:ext cx="2569263" cy="833718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39408601-095F-60F5-C38A-FF4A903010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96"/>
          <a:stretch>
            <a:fillRect/>
          </a:stretch>
        </p:blipFill>
        <p:spPr>
          <a:xfrm>
            <a:off x="-1229500" y="-386862"/>
            <a:ext cx="6303523" cy="290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2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7CAAD549-A405-1EDA-7195-68740B26865A}"/>
              </a:ext>
            </a:extLst>
          </p:cNvPr>
          <p:cNvSpPr/>
          <p:nvPr userDrawn="1"/>
        </p:nvSpPr>
        <p:spPr>
          <a:xfrm>
            <a:off x="0" y="0"/>
            <a:ext cx="12192000" cy="712064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149F5217-2DE0-1F4B-7AA1-37CAD584438A}"/>
              </a:ext>
            </a:extLst>
          </p:cNvPr>
          <p:cNvSpPr txBox="1">
            <a:spLocks/>
          </p:cNvSpPr>
          <p:nvPr userDrawn="1"/>
        </p:nvSpPr>
        <p:spPr>
          <a:xfrm>
            <a:off x="1531042" y="2679971"/>
            <a:ext cx="1044388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moderní decentralizovanou</a:t>
            </a:r>
          </a:p>
          <a:p>
            <a:r>
              <a:rPr lang="cs-CZ" dirty="0">
                <a:solidFill>
                  <a:srgbClr val="00B050"/>
                </a:solidFill>
              </a:rPr>
              <a:t>energetiku</a:t>
            </a:r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083DE2F2-EECD-5084-8ECA-D646ADFE8F1A}"/>
              </a:ext>
            </a:extLst>
          </p:cNvPr>
          <p:cNvSpPr txBox="1">
            <a:spLocks/>
          </p:cNvSpPr>
          <p:nvPr userDrawn="1"/>
        </p:nvSpPr>
        <p:spPr>
          <a:xfrm>
            <a:off x="1459326" y="894661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00B050"/>
                </a:solidFill>
              </a:rPr>
              <a:t>Revoltujte s námi </a:t>
            </a:r>
            <a:r>
              <a:rPr lang="cs-CZ" dirty="0">
                <a:solidFill>
                  <a:schemeClr val="bg1"/>
                </a:solidFill>
              </a:rPr>
              <a:t>za 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8CFA5D4-E527-4E7E-DA64-018E7708F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7" t="33434" b="37340"/>
          <a:stretch>
            <a:fillRect/>
          </a:stretch>
        </p:blipFill>
        <p:spPr>
          <a:xfrm>
            <a:off x="9511553" y="286871"/>
            <a:ext cx="2569263" cy="83371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421E42A1-BB5A-91D2-207E-8FBD44070F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779884" y="4527089"/>
            <a:ext cx="11629296" cy="290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6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D9127E8-8950-8648-02A5-2E9BBC58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946EA0-5B8E-B7C2-3684-FD8AB1229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8CF632-2784-18A2-C496-87EFF4A26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45E5D-2968-47C8-B15A-E052F120926D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195E53F-77A0-0356-72F6-E41238A04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FFF86F5-2B6A-AF69-8215-7434AA4C0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60C25-3638-4365-A949-1E97447800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908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84C28C-A16B-BE73-E865-3510DD136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FDD2C3A-56F0-3050-92F0-E54C337F7B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573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CD2DEE-759D-558A-5949-24B510A5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52BCC5-1B9D-D91C-E065-A80DD906F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8772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DDA216-6270-CA64-AF21-1144ECA5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graphicFrame>
        <p:nvGraphicFramePr>
          <p:cNvPr id="8" name="Zástupný obsah 7">
            <a:extLst>
              <a:ext uri="{FF2B5EF4-FFF2-40B4-BE49-F238E27FC236}">
                <a16:creationId xmlns:a16="http://schemas.microsoft.com/office/drawing/2014/main" id="{851AD09C-13AE-8D19-D002-199F6586C56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0170711"/>
              </p:ext>
            </p:extLst>
          </p:nvPr>
        </p:nvGraphicFramePr>
        <p:xfrm>
          <a:off x="6753225" y="1865313"/>
          <a:ext cx="5078413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0469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4D3A5C-1F9B-8198-8AE2-89E98CF4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DD8E22-EB10-8976-2711-D8EECF68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360BDB0-8BF8-19B9-AFCA-C45606C815A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285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691B24-49B6-3932-814A-E3881A52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graphicFrame>
        <p:nvGraphicFramePr>
          <p:cNvPr id="5" name="Zástupný obsah 4">
            <a:extLst>
              <a:ext uri="{FF2B5EF4-FFF2-40B4-BE49-F238E27FC236}">
                <a16:creationId xmlns:a16="http://schemas.microsoft.com/office/drawing/2014/main" id="{143E41FD-0E6C-92AC-5D49-6FD43847716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51845208"/>
              </p:ext>
            </p:extLst>
          </p:nvPr>
        </p:nvGraphicFramePr>
        <p:xfrm>
          <a:off x="6753225" y="1865313"/>
          <a:ext cx="507841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5682">
                  <a:extLst>
                    <a:ext uri="{9D8B030D-6E8A-4147-A177-3AD203B41FA5}">
                      <a16:colId xmlns:a16="http://schemas.microsoft.com/office/drawing/2014/main" val="1258254713"/>
                    </a:ext>
                  </a:extLst>
                </a:gridCol>
                <a:gridCol w="1015682">
                  <a:extLst>
                    <a:ext uri="{9D8B030D-6E8A-4147-A177-3AD203B41FA5}">
                      <a16:colId xmlns:a16="http://schemas.microsoft.com/office/drawing/2014/main" val="1490245112"/>
                    </a:ext>
                  </a:extLst>
                </a:gridCol>
                <a:gridCol w="1015682">
                  <a:extLst>
                    <a:ext uri="{9D8B030D-6E8A-4147-A177-3AD203B41FA5}">
                      <a16:colId xmlns:a16="http://schemas.microsoft.com/office/drawing/2014/main" val="467703152"/>
                    </a:ext>
                  </a:extLst>
                </a:gridCol>
                <a:gridCol w="1015682">
                  <a:extLst>
                    <a:ext uri="{9D8B030D-6E8A-4147-A177-3AD203B41FA5}">
                      <a16:colId xmlns:a16="http://schemas.microsoft.com/office/drawing/2014/main" val="486988753"/>
                    </a:ext>
                  </a:extLst>
                </a:gridCol>
                <a:gridCol w="1015682">
                  <a:extLst>
                    <a:ext uri="{9D8B030D-6E8A-4147-A177-3AD203B41FA5}">
                      <a16:colId xmlns:a16="http://schemas.microsoft.com/office/drawing/2014/main" val="19819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64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7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5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075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98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4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76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411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10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DBBA-16F8-07A4-6834-E3ED1D0A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8C91BF-2028-3C51-6364-C9385199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1E493A-5666-4ECE-7233-E7AD287FC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11BC95E-402D-1E1C-7349-08A1A01DEB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081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CDB3BB-7847-0555-8B7E-0EE43AA5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7A5A672-9382-874C-12B8-0E8C659A0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9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15834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Vlastní 1">
      <a:dk1>
        <a:srgbClr val="030422"/>
      </a:dk1>
      <a:lt1>
        <a:sysClr val="window" lastClr="FFFFFF"/>
      </a:lt1>
      <a:dk2>
        <a:srgbClr val="0E2841"/>
      </a:dk2>
      <a:lt2>
        <a:srgbClr val="C7D4DD"/>
      </a:lt2>
      <a:accent1>
        <a:srgbClr val="0268A6"/>
      </a:accent1>
      <a:accent2>
        <a:srgbClr val="45B0E1"/>
      </a:accent2>
      <a:accent3>
        <a:srgbClr val="215E99"/>
      </a:accent3>
      <a:accent4>
        <a:srgbClr val="0F9ED5"/>
      </a:accent4>
      <a:accent5>
        <a:srgbClr val="153D64"/>
      </a:accent5>
      <a:accent6>
        <a:srgbClr val="C1E4F5"/>
      </a:accent6>
      <a:hlink>
        <a:srgbClr val="0268A6"/>
      </a:hlink>
      <a:folHlink>
        <a:srgbClr val="45B0E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5447B676E6514A85FBD435744BA94D" ma:contentTypeVersion="12" ma:contentTypeDescription="Vytvoří nový dokument" ma:contentTypeScope="" ma:versionID="12401833dd7f5abdcdbbc48ff3c751a8">
  <xsd:schema xmlns:xsd="http://www.w3.org/2001/XMLSchema" xmlns:xs="http://www.w3.org/2001/XMLSchema" xmlns:p="http://schemas.microsoft.com/office/2006/metadata/properties" xmlns:ns2="d4e42a87-4aec-443b-b938-326c42aa8ac6" xmlns:ns3="d256a209-1051-4bc9-a74d-f766fb6e49f2" targetNamespace="http://schemas.microsoft.com/office/2006/metadata/properties" ma:root="true" ma:fieldsID="caad04536bce6beb3f67202f537c67f0" ns2:_="" ns3:_="">
    <xsd:import namespace="d4e42a87-4aec-443b-b938-326c42aa8ac6"/>
    <xsd:import namespace="d256a209-1051-4bc9-a74d-f766fb6e49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e42a87-4aec-443b-b938-326c42aa8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7b1b0a06-c1e9-48ee-ba07-1b30d3b655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6a209-1051-4bc9-a74d-f766fb6e49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d1798c0-1efb-4d78-ace2-034628b1f106}" ma:internalName="TaxCatchAll" ma:showField="CatchAllData" ma:web="d256a209-1051-4bc9-a74d-f766fb6e49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56a209-1051-4bc9-a74d-f766fb6e49f2" xsi:nil="true"/>
    <lcf76f155ced4ddcb4097134ff3c332f xmlns="d4e42a87-4aec-443b-b938-326c42aa8a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342E3D7-E82E-4A75-AB68-D2B19D1122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E54716-55E5-464C-BAA6-038B5F3E5C5F}"/>
</file>

<file path=customXml/itemProps3.xml><?xml version="1.0" encoding="utf-8"?>
<ds:datastoreItem xmlns:ds="http://schemas.openxmlformats.org/officeDocument/2006/customXml" ds:itemID="{FB4908AF-9ED8-42E1-8B0D-12A729808A9E}">
  <ds:schemaRefs>
    <ds:schemaRef ds:uri="http://schemas.microsoft.com/office/2006/metadata/properties"/>
    <ds:schemaRef ds:uri="http://schemas.microsoft.com/office/infopath/2007/PartnerControls"/>
    <ds:schemaRef ds:uri="79186a21-2b32-43ea-9f36-2b16585ba2b5"/>
    <ds:schemaRef ds:uri="ba627341-5574-4969-881d-1dc12a9e4395"/>
    <ds:schemaRef ds:uri="d256a209-1051-4bc9-a74d-f766fb6e49f2"/>
    <ds:schemaRef ds:uri="d4e42a87-4aec-443b-b938-326c42aa8ac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Širokoúhlá obrazovka</PresentationFormat>
  <Paragraphs>1</Paragraphs>
  <Slides>8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9" baseType="lpstr"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Klimešová</dc:creator>
  <cp:lastModifiedBy>Lenka Klimešová</cp:lastModifiedBy>
  <cp:revision>4</cp:revision>
  <dcterms:created xsi:type="dcterms:W3CDTF">2026-02-23T15:56:44Z</dcterms:created>
  <dcterms:modified xsi:type="dcterms:W3CDTF">2026-05-07T13:24:20Z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0x010100165447B676E6514A85FBD435744BA94D</vt:lpwstr>
  </property>
  <property fmtid="{D5CDD505-2E9C-101B-9397-08002B2CF9AE}" pid="3" name="MediaServiceImageTags">
    <vt:lpwstr/>
  </property>
</Properties>
</file>